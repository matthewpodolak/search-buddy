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74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Test tekst </a:t>
            </a:r>
            <a:r>
              <a:rPr lang="pl-PL" dirty="0" smtClean="0"/>
              <a:t>pptx</a:t>
            </a:r>
            <a:endParaRPr lang="pl-P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zażółć gęślą jaźń</a:t>
            </a:r>
            <a:r>
              <a:rPr lang="pl-PL" dirty="0"/>
              <a:t>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8320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Test tekst pptx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tekst pptx</dc:title>
  <dc:creator>RudyChemik</dc:creator>
  <cp:lastModifiedBy>RudyChemik</cp:lastModifiedBy>
  <cp:revision>2</cp:revision>
  <dcterms:created xsi:type="dcterms:W3CDTF">2006-08-16T00:00:00Z</dcterms:created>
  <dcterms:modified xsi:type="dcterms:W3CDTF">2026-10-28T21:42:15Z</dcterms:modified>
</cp:coreProperties>
</file>